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Control Plane for AI Decisions</a:t>
            </a:r>
          </a:p>
          <a:p>
            <a:r>
              <a:t>Own the brain, not just the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Fragmented AI systems</a:t>
            </a:r>
          </a:p>
          <a:p>
            <a:r>
              <a:t>No decision governance</a:t>
            </a:r>
          </a:p>
          <a:p>
            <a:r>
              <a:t>Inconsistent outputs</a:t>
            </a:r>
          </a:p>
          <a:p>
            <a:r>
              <a:t>Vendor lock-in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AI is everywhere</a:t>
            </a:r>
          </a:p>
          <a:p>
            <a:r>
              <a:t>But decision control is missing</a:t>
            </a:r>
          </a:p>
          <a:p>
            <a:r>
              <a:t>Control layer is inevitable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Intent-driven decisioning</a:t>
            </a:r>
          </a:p>
          <a:p>
            <a:r>
              <a:t>Central evaluation engine</a:t>
            </a:r>
          </a:p>
          <a:p>
            <a:r>
              <a:t>Governance + learning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 API</a:t>
            </a:r>
          </a:p>
          <a:p>
            <a:r>
              <a:t>Decision Engine</a:t>
            </a:r>
          </a:p>
          <a:p>
            <a:r>
              <a:t>Policy + Governance</a:t>
            </a:r>
          </a:p>
          <a:p>
            <a:r>
              <a:t>Multi-vendor routing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 → Decision Engine → Governance → Vendors →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solidFill>
                  <a:srgbClr val="008000"/>
                </a:solidFill>
              </a:rPr>
              <a:t>Decision intelligence layer</a:t>
            </a:r>
          </a:p>
          <a:p>
            <a:r>
              <a:rPr>
                <a:solidFill>
                  <a:srgbClr val="008000"/>
                </a:solidFill>
              </a:rPr>
              <a:t>Vendor-agnostic routing</a:t>
            </a:r>
          </a:p>
          <a:p>
            <a:r>
              <a:rPr>
                <a:solidFill>
                  <a:srgbClr val="008000"/>
                </a:solidFill>
              </a:rPr>
              <a:t>Built-in governance</a:t>
            </a:r>
          </a:p>
          <a:p>
            <a:r>
              <a:rPr>
                <a:solidFill>
                  <a:srgbClr val="008000"/>
                </a:solidFill>
              </a:rPr>
              <a:t>Learns from every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Workflow tools = automation only</a:t>
            </a:r>
          </a:p>
          <a:p>
            <a:r>
              <a:t>LLM gateways = routing only</a:t>
            </a:r>
          </a:p>
          <a:p>
            <a:r>
              <a:rPr>
                <a:solidFill>
                  <a:srgbClr val="008000"/>
                </a:solidFill>
              </a:rPr>
              <a:t>DecisionMesh = evaluate + govern + learn</a:t>
            </a:r>
          </a:p>
          <a:p>
            <a:r>
              <a:rPr>
                <a:solidFill>
                  <a:srgbClr val="008000"/>
                </a:solidFill>
              </a:rPr>
              <a:t>Full control plane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10K+ decisions simulated</a:t>
            </a:r>
          </a:p>
          <a:p>
            <a:r>
              <a:rPr>
                <a:solidFill>
                  <a:srgbClr val="008000"/>
                </a:solidFill>
              </a:rPr>
              <a:t>30% cost optimization (vendor switching)</a:t>
            </a:r>
          </a:p>
          <a:p>
            <a:r>
              <a:rPr>
                <a:solidFill>
                  <a:srgbClr val="008000"/>
                </a:solidFill>
              </a:rPr>
              <a:t>40% latency improvement</a:t>
            </a:r>
          </a:p>
          <a:p>
            <a:r>
              <a:t>Early enterprise design partners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UI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 Input → 'Generate invoice summary'</a:t>
            </a:r>
          </a:p>
          <a:p>
            <a:r>
              <a:t>Vendors Evaluated → OpenAI | Claude | Local LLM</a:t>
            </a:r>
          </a:p>
          <a:p>
            <a:r>
              <a:t>Decision Score → Cost | Accuracy | Latency</a:t>
            </a:r>
          </a:p>
          <a:p>
            <a:r>
              <a:t>Selected → Best-fit model</a:t>
            </a:r>
          </a:p>
          <a:p>
            <a:r>
              <a:t>Audit Log → Stored + Learn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solidFill>
                  <a:srgbClr val="008000"/>
                </a:solidFill>
              </a:rPr>
              <a:t>Decision history graph</a:t>
            </a:r>
          </a:p>
          <a:p>
            <a:r>
              <a:rPr>
                <a:solidFill>
                  <a:srgbClr val="008000"/>
                </a:solidFill>
              </a:rPr>
              <a:t>Data network effects</a:t>
            </a:r>
          </a:p>
          <a:p>
            <a:r>
              <a:rPr>
                <a:solidFill>
                  <a:srgbClr val="008000"/>
                </a:solidFill>
              </a:rPr>
              <a:t>Deep enterprise integrations</a:t>
            </a:r>
          </a:p>
          <a:p>
            <a:r>
              <a:rPr>
                <a:solidFill>
                  <a:srgbClr val="008000"/>
                </a:solidFill>
              </a:rPr>
              <a:t>High switching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Exploding AI adoption</a:t>
            </a:r>
          </a:p>
          <a:p>
            <a:r>
              <a:t>No control layer exists</a:t>
            </a:r>
          </a:p>
          <a:p>
            <a:r>
              <a:t>New category: AI Control Plane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SaaS per tenant</a:t>
            </a:r>
          </a:p>
          <a:p>
            <a:r>
              <a:t>Usage per decision</a:t>
            </a:r>
          </a:p>
          <a:p>
            <a:r>
              <a:t>Enterprise licensing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DecisionMesh = AI Decision Brain</a:t>
            </a:r>
          </a:p>
          <a:p>
            <a:r>
              <a:t>Category defining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