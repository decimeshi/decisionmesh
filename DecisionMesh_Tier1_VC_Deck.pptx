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DecisionMesh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AI Control Plane for Enterprise Decisions</a:t>
            </a:r>
          </a:p>
          <a:p>
            <a:pPr/>
            <a:r>
              <a:t>The missing layer between AI models and business outcomes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Become the control layer for all AI-driven decisions</a:t>
            </a:r>
          </a:p>
          <a:p>
            <a:pPr/>
            <a:r>
              <a:t>Like Kubernetes — but for decisions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Fragmented AI systems</a:t>
            </a:r>
          </a:p>
          <a:p>
            <a:pPr/>
            <a:r>
              <a:t>Inconsistent decisions</a:t>
            </a:r>
          </a:p>
          <a:p>
            <a:pPr/>
            <a:r>
              <a:t>No governance layer</a:t>
            </a:r>
          </a:p>
          <a:p>
            <a:pPr/>
            <a:r>
              <a:t>Vendor lock-in risks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Insight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AI adoption is exploding</a:t>
            </a:r>
          </a:p>
          <a:p>
            <a:pPr/>
            <a:r>
              <a:t>But decision intelligence is missing</a:t>
            </a:r>
          </a:p>
          <a:p>
            <a:pPr/>
            <a:r>
              <a:t>Control &gt; capability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Intent-driven decision orchestration</a:t>
            </a:r>
          </a:p>
          <a:p>
            <a:pPr/>
            <a:r>
              <a:t>Centralized evaluation + governance</a:t>
            </a:r>
          </a:p>
          <a:p>
            <a:pPr/>
            <a:r>
              <a:t>Continuous learning from outcomes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Product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Intent API</a:t>
            </a:r>
          </a:p>
          <a:p>
            <a:pPr/>
            <a:r>
              <a:t>Decision Engine</a:t>
            </a:r>
          </a:p>
          <a:p>
            <a:pPr/>
            <a:r>
              <a:t>Policy + Governance Layer</a:t>
            </a:r>
          </a:p>
          <a:p>
            <a:pPr/>
            <a:r>
              <a:t>Multi-vendor routing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Intent → Decision Engine → Governance → Vendors → Feedback loop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We Win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rPr>
                <a:solidFill>
                  <a:srgbClr val="008000"/>
                </a:solidFill>
              </a:rPr>
              <a:t>Decision intelligence (not just workflow)</a:t>
            </a:r>
          </a:p>
          <a:p>
            <a:pPr/>
            <a:r>
              <a:rPr>
                <a:solidFill>
                  <a:srgbClr val="008000"/>
                </a:solidFill>
              </a:rPr>
              <a:t>Vendor-agnostic AI routing</a:t>
            </a:r>
          </a:p>
          <a:p>
            <a:pPr/>
            <a:r>
              <a:rPr>
                <a:solidFill>
                  <a:srgbClr val="008000"/>
                </a:solidFill>
              </a:rPr>
              <a:t>Built-in governance + audit</a:t>
            </a:r>
          </a:p>
          <a:p>
            <a:pPr/>
            <a:r>
              <a:rPr>
                <a:solidFill>
                  <a:srgbClr val="008000"/>
                </a:solidFill>
              </a:rPr>
              <a:t>Learns from every decision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Vs Competitors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Workflow tools: automate tasks only</a:t>
            </a:r>
          </a:p>
          <a:p>
            <a:pPr/>
            <a:r>
              <a:t>LLM gateways: route requests only</a:t>
            </a:r>
          </a:p>
          <a:p>
            <a:pPr/>
            <a:r>
              <a:rPr>
                <a:solidFill>
                  <a:srgbClr val="008000"/>
                </a:solidFill>
              </a:rPr>
              <a:t>DecisionMesh: evaluates + governs + learns</a:t>
            </a:r>
          </a:p>
          <a:p>
            <a:pPr/>
            <a:r>
              <a:rPr>
                <a:solidFill>
                  <a:srgbClr val="008000"/>
                </a:solidFill>
              </a:rPr>
              <a:t>Full control plane for decisions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Market Opportunity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AI market is massive and growing</a:t>
            </a:r>
          </a:p>
          <a:p>
            <a:pPr/>
            <a:r>
              <a:t>No dominant control layer exists</a:t>
            </a:r>
          </a:p>
          <a:p>
            <a:pPr/>
            <a:r>
              <a:t>Category creation: AI Control Plane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SaaS subscription</a:t>
            </a:r>
          </a:p>
          <a:p>
            <a:pPr/>
            <a:r>
              <a:t>Usage-based pricing</a:t>
            </a:r>
          </a:p>
          <a:p>
            <a:pPr/>
            <a:r>
              <a:t>Enterprise licensing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 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User submits intent</a:t>
            </a:r>
          </a:p>
          <a:p>
            <a:pPr/>
            <a:r>
              <a:t>System evaluates options</a:t>
            </a:r>
          </a:p>
          <a:p>
            <a:pPr/>
            <a:r>
              <a:t>Applies rules</a:t>
            </a:r>
          </a:p>
          <a:p>
            <a:pPr/>
            <a:r>
              <a:t>Returns best decision</a:t>
            </a:r>
          </a:p>
          <a:p>
            <a:pPr/>
            <a:r>
              <a:t>Logs + improves future decisions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Moat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rPr>
                <a:solidFill>
                  <a:srgbClr val="008000"/>
                </a:solidFill>
              </a:rPr>
              <a:t>Data network effects</a:t>
            </a:r>
          </a:p>
          <a:p>
            <a:pPr/>
            <a:r>
              <a:rPr>
                <a:solidFill>
                  <a:srgbClr val="008000"/>
                </a:solidFill>
              </a:rPr>
              <a:t>Decision history graph</a:t>
            </a:r>
          </a:p>
          <a:p>
            <a:pPr/>
            <a:r>
              <a:rPr>
                <a:solidFill>
                  <a:srgbClr val="008000"/>
                </a:solidFill>
              </a:rPr>
              <a:t>Deep enterprise integration</a:t>
            </a:r>
          </a:p>
          <a:p>
            <a:pPr/>
            <a:r>
              <a:rPr>
                <a:solidFill>
                  <a:srgbClr val="008000"/>
                </a:solidFill>
              </a:rPr>
              <a:t>Switching cost over time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Autonomous optimization</a:t>
            </a:r>
          </a:p>
          <a:p>
            <a:pPr/>
            <a:r>
              <a:t>Self-learning decision engine</a:t>
            </a:r>
          </a:p>
          <a:p>
            <a:pPr/>
            <a:r>
              <a:t>Decision marketplace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Closing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DecisionMesh = AI Decision Control Layer</a:t>
            </a:r>
          </a:p>
          <a:p>
            <a:pPr/>
            <a:r>
              <a:t>Own the brain, not just the tools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