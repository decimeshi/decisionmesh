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DecisionMesh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Control Plane for Enterprise Decisions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Become the control layer for AI-driven decisions</a:t>
            </a:r>
          </a:p>
          <a:p>
            <a:r>
              <a:t>Like Kubernetes, but for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Fragmented AI systems</a:t>
            </a:r>
          </a:p>
          <a:p>
            <a:r>
              <a:t>Inconsistent decisions</a:t>
            </a:r>
          </a:p>
          <a:p>
            <a:r>
              <a:t>No governance layer</a:t>
            </a:r>
          </a:p>
          <a:p>
            <a:r>
              <a:t>Vendor lock-in risks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adoption is growing fast</a:t>
            </a:r>
          </a:p>
          <a:p>
            <a:r>
              <a:t>But decision control is missing</a:t>
            </a:r>
          </a:p>
          <a:p>
            <a:r>
              <a:t>Enterprises need a central brain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DecisionMesh orchestrates, evaluates, and governs decisions</a:t>
            </a:r>
          </a:p>
          <a:p>
            <a:r>
              <a:t>using intents, rules, and history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Intent-driven platform</a:t>
            </a:r>
          </a:p>
          <a:p>
            <a:r>
              <a:t>Multi-vendor routing</a:t>
            </a:r>
          </a:p>
          <a:p>
            <a:r>
              <a:t>Decision evaluation engine</a:t>
            </a:r>
          </a:p>
          <a:p>
            <a:r>
              <a:t>Audit + governance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Intent API → Decision Engine → Governance → Vendor APIs → Feedback loop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Differentiation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Not automation</a:t>
            </a:r>
          </a:p>
          <a:p>
            <a:r>
              <a:t>Not orchestration alone</a:t>
            </a:r>
          </a:p>
          <a:p>
            <a:r>
              <a:t>It is a decision intelligence layer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Massive AI adoption</a:t>
            </a:r>
          </a:p>
          <a:p>
            <a:r>
              <a:t>New category: AI Control Plane</a:t>
            </a:r>
          </a:p>
          <a:p>
            <a:r>
              <a:t>Early mover advantage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SaaS subscription</a:t>
            </a:r>
          </a:p>
          <a:p>
            <a:r>
              <a:t>Usage-based pricing</a:t>
            </a:r>
          </a:p>
          <a:p>
            <a:r>
              <a:t>Enterprise licensing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submits intent</a:t>
            </a:r>
          </a:p>
          <a:p>
            <a:r>
              <a:t>System evaluates vendors</a:t>
            </a:r>
          </a:p>
          <a:p>
            <a:r>
              <a:t>Applies rules</a:t>
            </a:r>
          </a:p>
          <a:p>
            <a:r>
              <a:t>Returns best decision</a:t>
            </a:r>
          </a:p>
          <a:p>
            <a:r>
              <a:t>Logs + learns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Autonomous optimization</a:t>
            </a:r>
          </a:p>
          <a:p>
            <a:r>
              <a:t>Learning loops</a:t>
            </a:r>
          </a:p>
          <a:p>
            <a:r>
              <a:t>Decision marketplace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DecisionMesh = Future of AI decision control</a:t>
            </a:r>
          </a:p>
          <a:p>
            <a:r>
              <a:t>Join us early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